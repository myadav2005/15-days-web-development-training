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nter" panose="02000503000000020004"/>
      <p:regular r:id="rId13"/>
    </p:embeddedFont>
    <p:embeddedFont>
      <p:font typeface="Inter Bold" panose="02000503000000020004"/>
      <p:regular r:id="rId14"/>
      <p:bold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645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37139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Day 13: Project Showcase &amp; Graduation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518648"/>
            <a:ext cx="6296860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4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Learning to Building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61475" y="5193064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Confidence, Celebrating Success — Full Stack Web Development Bootcamp</a:t>
            </a:r>
            <a:endParaRPr lang="en-US" sz="1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E5E22C-2AF0-273B-B97E-574FCE9C1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179" y="955629"/>
            <a:ext cx="3783452" cy="10334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8352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Look How Far You've Come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253430"/>
            <a:ext cx="108687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Thirteen days ago, you opened a text editor for the first time. Today, you walk away as a full-stack web developer. Every concept, every bug, every late-night debugging session — it all led to this moment. Take a breath and celebrate the journey.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086323" y="1753493"/>
            <a:ext cx="19050" cy="4476055"/>
          </a:xfrm>
          <a:prstGeom prst="roundRect">
            <a:avLst>
              <a:gd name="adj" fmla="val 104183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850287" y="1892796"/>
            <a:ext cx="264610" cy="19050"/>
          </a:xfrm>
          <a:prstGeom prst="roundRect">
            <a:avLst>
              <a:gd name="adj" fmla="val 104183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46239" y="1852712"/>
            <a:ext cx="99216" cy="99219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1475" y="1798935"/>
            <a:ext cx="490515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Day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2069108"/>
            <a:ext cx="490515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Foundations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76798" y="2633663"/>
            <a:ext cx="264610" cy="19050"/>
          </a:xfrm>
          <a:prstGeom prst="roundRect">
            <a:avLst>
              <a:gd name="adj" fmla="val 104183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046239" y="2593578"/>
            <a:ext cx="99216" cy="99219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25067" y="2539802"/>
            <a:ext cx="490515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CSS &amp; Bootstrap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5067" y="2809974"/>
            <a:ext cx="490515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&amp; Layout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0287" y="3291384"/>
            <a:ext cx="264610" cy="19050"/>
          </a:xfrm>
          <a:prstGeom prst="roundRect">
            <a:avLst>
              <a:gd name="adj" fmla="val 104183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46239" y="3251299"/>
            <a:ext cx="99216" cy="99219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1475" y="3197523"/>
            <a:ext cx="490515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3467695"/>
            <a:ext cx="490515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Interactivity &amp; Logic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76798" y="3949204"/>
            <a:ext cx="264610" cy="19050"/>
          </a:xfrm>
          <a:prstGeom prst="roundRect">
            <a:avLst>
              <a:gd name="adj" fmla="val 104183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46239" y="3909120"/>
            <a:ext cx="99216" cy="99219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25067" y="3855343"/>
            <a:ext cx="490515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PHP &amp; MySQL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5067" y="4125516"/>
            <a:ext cx="490515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&amp; Database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50287" y="4607024"/>
            <a:ext cx="264610" cy="19050"/>
          </a:xfrm>
          <a:prstGeom prst="roundRect">
            <a:avLst>
              <a:gd name="adj" fmla="val 104183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46239" y="4566940"/>
            <a:ext cx="99216" cy="99219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1475" y="4513163"/>
            <a:ext cx="490515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CRUD &amp; Auth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1475" y="4783336"/>
            <a:ext cx="490515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Full-Stack Systems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76798" y="5264845"/>
            <a:ext cx="264610" cy="19050"/>
          </a:xfrm>
          <a:prstGeom prst="roundRect">
            <a:avLst>
              <a:gd name="adj" fmla="val 104183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46239" y="5224760"/>
            <a:ext cx="99216" cy="99219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25067" y="5170984"/>
            <a:ext cx="490515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Day 12–13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25067" y="5441156"/>
            <a:ext cx="490515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Project 🎓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1DF1662-E186-E01B-57DD-46CC5BC6A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835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Today's Agenda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356682" y="1665784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and a half hours of celebration, reflection, and recognition. Here's what's in store for Day 13.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116435"/>
            <a:ext cx="3512653" cy="2143522"/>
          </a:xfrm>
          <a:prstGeom prst="roundRect">
            <a:avLst>
              <a:gd name="adj" fmla="val 115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6769" y="2281734"/>
            <a:ext cx="496081" cy="496094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192" y="2418060"/>
            <a:ext cx="223237" cy="2232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6769" y="2943126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 Project Demo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6769" y="3300809"/>
            <a:ext cx="3182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team presents their Student Management System live to the group.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9422" y="2116435"/>
            <a:ext cx="3512752" cy="2143522"/>
          </a:xfrm>
          <a:prstGeom prst="roundRect">
            <a:avLst>
              <a:gd name="adj" fmla="val 115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04716" y="2281734"/>
            <a:ext cx="496081" cy="496094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1139" y="2418060"/>
            <a:ext cx="223237" cy="2232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04716" y="2943126"/>
            <a:ext cx="31821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Code Review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04716" y="3300809"/>
            <a:ext cx="31821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Instructor walkthrough of standout patterns, best practices, and improvements.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17468" y="2116435"/>
            <a:ext cx="3512653" cy="2143522"/>
          </a:xfrm>
          <a:prstGeom prst="roundRect">
            <a:avLst>
              <a:gd name="adj" fmla="val 115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182762" y="2281734"/>
            <a:ext cx="496081" cy="496094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19185" y="2418060"/>
            <a:ext cx="223237" cy="2232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2762" y="2943126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Awards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182762" y="3300809"/>
            <a:ext cx="31820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Recognizing outstanding achievement across creativity, teamwork, and execution.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61475" y="4425255"/>
            <a:ext cx="5351626" cy="1614289"/>
          </a:xfrm>
          <a:prstGeom prst="roundRect">
            <a:avLst>
              <a:gd name="adj" fmla="val 153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26769" y="4590554"/>
            <a:ext cx="496081" cy="496094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3192" y="4726880"/>
            <a:ext cx="223237" cy="2232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6769" y="5251946"/>
            <a:ext cx="5021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Certificates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26769" y="5609630"/>
            <a:ext cx="5021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certificate distribution to every graduate in the cohort.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178395" y="4425255"/>
            <a:ext cx="5351725" cy="1614289"/>
          </a:xfrm>
          <a:prstGeom prst="roundRect">
            <a:avLst>
              <a:gd name="adj" fmla="val 153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6343690" y="4590554"/>
            <a:ext cx="496081" cy="496094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80112" y="4726880"/>
            <a:ext cx="223237" cy="2232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43690" y="5251946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Group Photo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6343690" y="5609630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the memory — a photo of the full cohort together.</a:t>
            </a:r>
            <a:endParaRPr lang="en-US" sz="13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0CC037B-5702-0488-8482-1F184343AD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67297"/>
            <a:ext cx="1438834" cy="8891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06977" y="1867297"/>
            <a:ext cx="922324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Showcase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306977" y="2224980"/>
            <a:ext cx="922324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team gets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 minutes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stage. Walk the room through your project with confidence — you built something real.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06977" y="2588816"/>
            <a:ext cx="9223243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 and purpose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 and demo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Biggest challenge you faced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your team solved it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improvement for the future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4329311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69" y="4569023"/>
            <a:ext cx="206667" cy="1652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98731" y="4535884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demonstrations are encouraged — show your project running in the browser. Own the room!</a:t>
            </a:r>
            <a:endParaRPr lang="en-US"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9BB758-E2F8-8134-1194-ABEAEF9607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487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Judging Criteria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56682" y="1293515"/>
            <a:ext cx="114783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Projects are evaluated holistically across six dimensions. Every team has the opportunity to shine in their own way.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70447"/>
            <a:ext cx="5367402" cy="15284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55881" y="1782068"/>
            <a:ext cx="178589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9349" y="2265759"/>
            <a:ext cx="503165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Functionality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9349" y="2578596"/>
            <a:ext cx="503165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the application work as intended? Are core features complete and bug-free?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2818" y="1670447"/>
            <a:ext cx="5367402" cy="15284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57225" y="1782068"/>
            <a:ext cx="178589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330692" y="2265759"/>
            <a:ext cx="503165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 / UX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330692" y="2578596"/>
            <a:ext cx="503165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the interface clean, intuitive, and visually polished for the end user?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332857"/>
            <a:ext cx="5367402" cy="15284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55881" y="3444478"/>
            <a:ext cx="178589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29349" y="3928170"/>
            <a:ext cx="503165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Code Quality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829349" y="4241006"/>
            <a:ext cx="503165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the code readable, organized, and following best practices?</a:t>
            </a:r>
            <a:endParaRPr lang="en-US" sz="11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2818" y="3332857"/>
            <a:ext cx="5367402" cy="152846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57225" y="3444478"/>
            <a:ext cx="178589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330692" y="3928170"/>
            <a:ext cx="503165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Creativity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330692" y="4241006"/>
            <a:ext cx="503165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 the team go beyond the baseline to add something unique or unexpected?</a:t>
            </a:r>
            <a:endParaRPr lang="en-US" sz="11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995267"/>
            <a:ext cx="5367402" cy="130224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255881" y="5106888"/>
            <a:ext cx="178589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829349" y="5590580"/>
            <a:ext cx="503165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Teamwork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829349" y="5903416"/>
            <a:ext cx="503165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 the team collaborate effectively and share responsibilities?</a:t>
            </a:r>
            <a:endParaRPr lang="en-US" sz="11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2818" y="4995267"/>
            <a:ext cx="5367402" cy="130224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757225" y="5106888"/>
            <a:ext cx="178589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6330692" y="5590580"/>
            <a:ext cx="503165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Presentation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6330692" y="5903416"/>
            <a:ext cx="503165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the demo clear, confident, and well-structured?</a:t>
            </a:r>
            <a:endParaRPr lang="en-US" sz="11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654CA8A-1808-F2B5-E2DF-D878EC59DF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60165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Code Review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1924943"/>
            <a:ext cx="629686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isn't about finding mistakes — it's about leveling everyone up together. The instructor will walk through selected code snippets from the projects, celebrating what was done well and demonstrating how small refinements make a big difference.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485" y="3174504"/>
            <a:ext cx="248041" cy="2480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98830" y="3169444"/>
            <a:ext cx="57595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Good Practices Highlighted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198830" y="3527127"/>
            <a:ext cx="575950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Naming conventions, separation of concerns, and clean logic flow.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485" y="4127500"/>
            <a:ext cx="248041" cy="24804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98830" y="4122440"/>
            <a:ext cx="57595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Common Patterns Explained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198830" y="4480123"/>
            <a:ext cx="575950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Recurring issues turned into teachable moments for the whole group.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485" y="5080496"/>
            <a:ext cx="248041" cy="24804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98830" y="5075436"/>
            <a:ext cx="57595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Improvement Suggestions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198830" y="5433120"/>
            <a:ext cx="575950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Constructive ideas for refactoring and extending the projects further.</a:t>
            </a:r>
            <a:endParaRPr lang="en-US" sz="13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31C06B1-7200-D126-F74B-9B0249D9C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3645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Let's Reflect Together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356682" y="278388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we celebrate, let's take a moment to look back. Open discussion — there are no wrong answers here.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234531"/>
            <a:ext cx="3512653" cy="16870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6769" y="3399830"/>
            <a:ext cx="31820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Biggest Learning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6769" y="3763863"/>
            <a:ext cx="31820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concept or skill had the most impact on how you think about building software?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9422" y="3234531"/>
            <a:ext cx="3512752" cy="16870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04716" y="3399830"/>
            <a:ext cx="3182163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🧱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Hardest Topic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04716" y="3763863"/>
            <a:ext cx="31821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day or concept challenged you the most — and how did you push through it?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468" y="3234531"/>
            <a:ext cx="3512653" cy="16870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82762" y="3399830"/>
            <a:ext cx="31820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What's Next?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182762" y="3763863"/>
            <a:ext cx="3182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had two weeks free, what would you build? Dream big — then go build it.</a:t>
            </a:r>
            <a:endParaRPr lang="en-US" sz="13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8D617E-77B9-C4B6-8E93-4F8A9BE5B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103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Your Roadmap After Bootcamp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49263"/>
            <a:ext cx="114783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Graduation is not the finish line — it's the starting block. Here's a clear path to keep growing, building credibility, and landing your first opportunity in tech.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02064" y="1802507"/>
            <a:ext cx="140490" cy="632520"/>
          </a:xfrm>
          <a:prstGeom prst="roundRect">
            <a:avLst>
              <a:gd name="adj" fmla="val 150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1475" y="1710234"/>
            <a:ext cx="421669" cy="421680"/>
          </a:xfrm>
          <a:prstGeom prst="ellipse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6843" y="1815604"/>
            <a:ext cx="210835" cy="210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2600" y="1732161"/>
            <a:ext cx="1032762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More Projects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02600" y="2023368"/>
            <a:ext cx="1032762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everything you've learned by creating original projects that solve real problems.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12899" y="2765425"/>
            <a:ext cx="140490" cy="632520"/>
          </a:xfrm>
          <a:prstGeom prst="roundRect">
            <a:avLst>
              <a:gd name="adj" fmla="val 150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72309" y="2673152"/>
            <a:ext cx="421669" cy="421680"/>
          </a:xfrm>
          <a:prstGeom prst="ellipse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677" y="2778522"/>
            <a:ext cx="210835" cy="2108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3435" y="2695079"/>
            <a:ext cx="1011678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Push to GitHub Daily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413435" y="2986286"/>
            <a:ext cx="1011678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your contribution graph green. Employers look at your GitHub activity closely.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223733" y="3728343"/>
            <a:ext cx="140490" cy="632520"/>
          </a:xfrm>
          <a:prstGeom prst="roundRect">
            <a:avLst>
              <a:gd name="adj" fmla="val 150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1083144" y="3636070"/>
            <a:ext cx="421669" cy="421680"/>
          </a:xfrm>
          <a:prstGeom prst="ellipse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8512" y="3741440"/>
            <a:ext cx="210835" cy="2108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24270" y="3657997"/>
            <a:ext cx="990595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Your Portfolio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624270" y="3949204"/>
            <a:ext cx="990595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polished portfolio site with 3–5 projects is your most powerful job-search tool.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1434667" y="4691261"/>
            <a:ext cx="140490" cy="632520"/>
          </a:xfrm>
          <a:prstGeom prst="roundRect">
            <a:avLst>
              <a:gd name="adj" fmla="val 150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1294078" y="4598988"/>
            <a:ext cx="421669" cy="421680"/>
          </a:xfrm>
          <a:prstGeom prst="ellipse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99445" y="4704358"/>
            <a:ext cx="210835" cy="2108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35203" y="4620915"/>
            <a:ext cx="969501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Learn Laravel &amp; React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835203" y="4912122"/>
            <a:ext cx="9695017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Deepen your backend skills with Laravel and unlock modern frontend development with React.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1223733" y="5654179"/>
            <a:ext cx="140490" cy="632520"/>
          </a:xfrm>
          <a:prstGeom prst="roundRect">
            <a:avLst>
              <a:gd name="adj" fmla="val 150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1083144" y="5561905"/>
            <a:ext cx="421669" cy="421680"/>
          </a:xfrm>
          <a:prstGeom prst="ellipse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88512" y="5667276"/>
            <a:ext cx="210835" cy="2108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24270" y="5583833"/>
            <a:ext cx="990595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Apply for Internships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624270" y="5875040"/>
            <a:ext cx="990595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You're ready. Start applying for junior roles and internships — confidence comes from action.</a:t>
            </a:r>
            <a:endParaRPr lang="en-US" sz="11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41396FC-6CDC-DC6E-690B-62A9E3E08C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191121"/>
            <a:ext cx="6296860" cy="1046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Congratulations, Graduates! </a:t>
            </a:r>
            <a:r>
              <a:rPr lang="en-US" sz="3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🎓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2485330"/>
            <a:ext cx="6296860" cy="2139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450" b="1" dirty="0">
                <a:solidFill>
                  <a:srgbClr val="00ADE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Keep Building. Keep Learning. Keep Growing.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5233360" y="4872930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every student who showed up, struggled, persisted, and shipped — this certificate is yours. You didn't just learn to code. You learned to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think like a developer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That changes everything.</a:t>
            </a:r>
            <a:endParaRPr lang="en-US" sz="1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073601-62AE-4511-21A3-5F499589B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2113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356682" y="246856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heartfelt thank you to every student, facilitator, and supporter who made this cohort extraordinary.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919214"/>
            <a:ext cx="3512653" cy="1488480"/>
          </a:xfrm>
          <a:prstGeom prst="roundRect">
            <a:avLst>
              <a:gd name="adj" fmla="val 1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6769" y="3084513"/>
            <a:ext cx="31820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🙌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To the Students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6769" y="3448546"/>
            <a:ext cx="31820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curiosity, resilience, and energy made every day worth showing up for. You are the reason this works.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2919214"/>
            <a:ext cx="3512752" cy="1488480"/>
          </a:xfrm>
          <a:prstGeom prst="roundRect">
            <a:avLst>
              <a:gd name="adj" fmla="val 1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04716" y="3084513"/>
            <a:ext cx="3182163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👨‍🏫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To the Trainers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04716" y="3448546"/>
            <a:ext cx="31821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for your patience, creativity, and dedication to making complex ideas feel approachable.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2919214"/>
            <a:ext cx="3512653" cy="1488480"/>
          </a:xfrm>
          <a:prstGeom prst="roundRect">
            <a:avLst>
              <a:gd name="adj" fmla="val 1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82762" y="3084513"/>
            <a:ext cx="31820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🌍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To the Community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2762" y="3448546"/>
            <a:ext cx="31820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project you build from here adds value to the world. Go build something amazing.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4593729"/>
            <a:ext cx="19050" cy="643037"/>
          </a:xfrm>
          <a:prstGeom prst="roundRect">
            <a:avLst>
              <a:gd name="adj" fmla="val 59999"/>
            </a:avLst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9516" y="4779764"/>
            <a:ext cx="11230289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best time to start was Day 1. The second best time is right now." — Keep coding. 🚀</a:t>
            </a:r>
            <a:endParaRPr lang="en-US" sz="13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A2695C5-F6D3-B5A9-483D-C44739E5E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948" y="-4717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839</Words>
  <Application>Microsoft Macintosh PowerPoint</Application>
  <PresentationFormat>Widescreen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Twemoji Mozilla</vt:lpstr>
      <vt:lpstr>Inter</vt:lpstr>
      <vt:lpstr>Arial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Office767</cp:lastModifiedBy>
  <cp:revision>2</cp:revision>
  <dcterms:created xsi:type="dcterms:W3CDTF">2026-07-08T14:41:40Z</dcterms:created>
  <dcterms:modified xsi:type="dcterms:W3CDTF">2026-07-08T14:43:22Z</dcterms:modified>
</cp:coreProperties>
</file>